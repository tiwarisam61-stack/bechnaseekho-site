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CareerSync Website - Stakeholder Walkthrough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on 2026-07-05 | UI, Buttons, Flows, APIs, Admin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Project Snapshot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Application: CareerSync Web App</a:t>
            </a:r>
          </a:p>
          <a:p>
            <a:pPr>
              <a:defRPr sz="1800"/>
            </a:pPr>
            <a:r>
              <a:t>Main user pages: index, job-details, my-applications</a:t>
            </a:r>
          </a:p>
          <a:p>
            <a:pPr>
              <a:defRPr sz="1800"/>
            </a:pPr>
            <a:r>
              <a:t>Admin pages: admin-dashboard, admin-applications</a:t>
            </a:r>
          </a:p>
          <a:p>
            <a:pPr>
              <a:defRPr sz="1800"/>
            </a:pPr>
            <a:r>
              <a:t>Backend: Node.js + Express with JSON data and file uploads</a:t>
            </a:r>
          </a:p>
          <a:p>
            <a:pPr>
              <a:defRPr sz="1800"/>
            </a:pPr>
            <a:r>
              <a:t>Goal of this deck: explain what exists, where it lives, and what each click does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Tech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Frontend: HTML, CSS, JavaScript in page files</a:t>
            </a:r>
          </a:p>
          <a:p>
            <a:pPr>
              <a:defRPr sz="1800"/>
            </a:pPr>
            <a:r>
              <a:t>Backend: Node.js + Express (server.js)</a:t>
            </a:r>
          </a:p>
          <a:p>
            <a:pPr>
              <a:defRPr sz="1800"/>
            </a:pPr>
            <a:r>
              <a:t>Security + infra: helmet, compression, express-rate-limit</a:t>
            </a:r>
          </a:p>
          <a:p>
            <a:pPr>
              <a:defRPr sz="1800"/>
            </a:pPr>
            <a:r>
              <a:t>File upload: multer (resume upload endpoint)</a:t>
            </a:r>
          </a:p>
          <a:p>
            <a:pPr>
              <a:defRPr sz="1800"/>
            </a:pPr>
            <a:r>
              <a:t>Data: data/jobs.json and data/applications.json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Folder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assets/company-logos/ - company logo assets</a:t>
            </a:r>
          </a:p>
          <a:p>
            <a:pPr>
              <a:defRPr sz="1800"/>
            </a:pPr>
            <a:r>
              <a:t>assets/images/branding/ - brand logo</a:t>
            </a:r>
          </a:p>
          <a:p>
            <a:pPr>
              <a:defRPr sz="1800"/>
            </a:pPr>
            <a:r>
              <a:t>assets/images/tools/ - menu tool icons</a:t>
            </a:r>
          </a:p>
          <a:p>
            <a:pPr>
              <a:defRPr sz="1800"/>
            </a:pPr>
            <a:r>
              <a:t>assets/images/resources/ - resources section images</a:t>
            </a:r>
          </a:p>
          <a:p>
            <a:pPr>
              <a:defRPr sz="1800"/>
            </a:pPr>
            <a:r>
              <a:t>data/ - jobs + applications JSON</a:t>
            </a:r>
          </a:p>
          <a:p>
            <a:pPr>
              <a:defRPr sz="1800"/>
            </a:pPr>
            <a:r>
              <a:t>uploads/ - uploaded resumes</a:t>
            </a:r>
          </a:p>
          <a:p>
            <a:pPr>
              <a:defRPr sz="1800"/>
            </a:pPr>
            <a:r>
              <a:t>docs/requirements/ - project documentation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Main Navigation and User Entry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Top navigation labels: Home, Jobs, Career Tools, Resources, Employers</a:t>
            </a:r>
          </a:p>
          <a:p>
            <a:pPr>
              <a:defRPr sz="1800"/>
            </a:pPr>
            <a:r>
              <a:t>Career Tools and Resources open dropdown panels</a:t>
            </a:r>
          </a:p>
          <a:p>
            <a:pPr>
              <a:defRPr sz="1800"/>
            </a:pPr>
            <a:r>
              <a:t>Profile menu includes My Profile, Dashboard, My Applications, Settings, Admin Panel, Logout</a:t>
            </a:r>
          </a:p>
          <a:p>
            <a:pPr>
              <a:defRPr sz="1800"/>
            </a:pPr>
            <a:r>
              <a:t>Mobile drawer mirrors desktop navigation and dropdown options</a:t>
            </a:r>
          </a:p>
          <a:p>
            <a:pPr>
              <a:defRPr sz="1800"/>
            </a:pPr>
            <a:r>
              <a:t>Newsletter form and footer links provide additional entry points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Action Handler Map (index.html)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5577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200"/>
            </a:pPr>
            <a:r>
              <a:t>Clickable Labels Routed by handleAction(label)</a:t>
            </a:r>
          </a:p>
          <a:p>
            <a:pPr>
              <a:defRPr sz="1600"/>
            </a:pPr>
            <a:r>
              <a:t>- AI Job Match</a:t>
            </a:r>
          </a:p>
          <a:p>
            <a:pPr>
              <a:defRPr sz="1600"/>
            </a:pPr>
            <a:r>
              <a:t>- Bulk Hiring</a:t>
            </a:r>
          </a:p>
          <a:p>
            <a:pPr>
              <a:defRPr sz="1600"/>
            </a:pPr>
            <a:r>
              <a:t>- Career Growth</a:t>
            </a:r>
          </a:p>
          <a:p>
            <a:pPr>
              <a:defRPr sz="1600"/>
            </a:pPr>
            <a:r>
              <a:t>- Contact Team</a:t>
            </a:r>
          </a:p>
          <a:p>
            <a:pPr>
              <a:defRPr sz="1600"/>
            </a:pPr>
            <a:r>
              <a:t>- Get Started Free</a:t>
            </a:r>
          </a:p>
          <a:p>
            <a:pPr>
              <a:defRPr sz="1600"/>
            </a:pPr>
            <a:r>
              <a:t>- Interview Calls</a:t>
            </a:r>
          </a:p>
          <a:p>
            <a:pPr>
              <a:defRPr sz="1600"/>
            </a:pPr>
            <a:r>
              <a:t>- Load More Companies</a:t>
            </a:r>
          </a:p>
          <a:p>
            <a:pPr>
              <a:defRPr sz="1600"/>
            </a:pPr>
            <a:r>
              <a:t>- Login</a:t>
            </a:r>
          </a:p>
          <a:p>
            <a:pPr>
              <a:defRPr sz="1600"/>
            </a:pPr>
            <a:r>
              <a:t>- Notifications</a:t>
            </a:r>
          </a:p>
          <a:p>
            <a:pPr>
              <a:defRPr sz="1600"/>
            </a:pPr>
            <a:r>
              <a:t>- Post a Job</a:t>
            </a:r>
          </a:p>
          <a:p>
            <a:pPr>
              <a:defRPr sz="1600"/>
            </a:pPr>
            <a:r>
              <a:t>- Profile</a:t>
            </a:r>
          </a:p>
          <a:p>
            <a:pPr>
              <a:defRPr sz="1600"/>
            </a:pPr>
            <a:r>
              <a:t>- Resume Builder</a:t>
            </a:r>
          </a:p>
          <a:p>
            <a:pPr>
              <a:defRPr sz="1600"/>
            </a:pPr>
            <a:r>
              <a:t>- ... and 3 more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280160"/>
            <a:ext cx="5577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200"/>
            </a:pPr>
            <a:r>
              <a:t>Current Coming Soon Labels</a:t>
            </a:r>
          </a:p>
          <a:p>
            <a:pPr>
              <a:defRPr sz="1600"/>
            </a:pPr>
            <a:r>
              <a:t>- Mock Interview</a:t>
            </a:r>
          </a:p>
          <a:p>
            <a:pPr>
              <a:defRPr sz="1600"/>
            </a:pPr>
            <a:r>
              <a:t>- AI Career Coach</a:t>
            </a:r>
          </a:p>
          <a:p>
            <a:pPr>
              <a:defRPr sz="1600"/>
            </a:pPr>
            <a:r>
              <a:t>- AI Job Matcher</a:t>
            </a:r>
          </a:p>
          <a:p>
            <a:pPr>
              <a:defRPr sz="1600"/>
            </a:pPr>
            <a:r>
              <a:t>- Smart AI Arena Job Matcher</a:t>
            </a:r>
          </a:p>
          <a:p>
            <a:pPr>
              <a:defRPr sz="1600"/>
            </a:pPr>
            <a:r>
              <a:t>- Salary Guide</a:t>
            </a:r>
          </a:p>
          <a:p>
            <a:pPr>
              <a:defRPr sz="1600"/>
            </a:pPr>
            <a:r>
              <a:t>- Career Blog</a:t>
            </a:r>
          </a:p>
          <a:p>
            <a:pPr>
              <a:defRPr sz="1600"/>
            </a:pPr>
            <a:r>
              <a:t>- Career Tips</a:t>
            </a:r>
          </a:p>
          <a:p>
            <a:pPr>
              <a:defRPr sz="1600"/>
            </a:pPr>
            <a:r>
              <a:t>- Salary Calculator</a:t>
            </a:r>
          </a:p>
          <a:p>
            <a:pPr>
              <a:defRPr sz="1600"/>
            </a:pPr>
            <a:r>
              <a:t>- Interview Questions</a:t>
            </a:r>
          </a:p>
          <a:p>
            <a:pPr>
              <a:defRPr sz="1600"/>
            </a:pPr>
            <a:r>
              <a:t>- Resume Builder</a:t>
            </a:r>
          </a:p>
          <a:p>
            <a:pPr>
              <a:defRPr sz="1600"/>
            </a:pPr>
            <a:r>
              <a:t>- Resume Templates</a:t>
            </a:r>
          </a:p>
          <a:p>
            <a:pPr>
              <a:defRPr sz="1600"/>
            </a:pPr>
            <a:r>
              <a:t>- Build My Resume</a:t>
            </a:r>
          </a:p>
          <a:p>
            <a:pPr>
              <a:defRPr sz="1600"/>
            </a:pPr>
            <a:r>
              <a:t>- Browse Templates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Career Tools Dropdown (User Experience)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AI Job Matcher - Coming Soon</a:t>
            </a:r>
          </a:p>
          <a:p>
            <a:pPr>
              <a:defRPr sz="1800"/>
            </a:pPr>
            <a:r>
              <a:t>Resume Builder - visible in menu, handled as Coming Soon</a:t>
            </a:r>
          </a:p>
          <a:p>
            <a:pPr>
              <a:defRPr sz="1800"/>
            </a:pPr>
            <a:r>
              <a:t>ATS Score Checker - Coming Soon</a:t>
            </a:r>
          </a:p>
          <a:p>
            <a:pPr>
              <a:defRPr sz="1800"/>
            </a:pPr>
            <a:r>
              <a:t>Mock Interview - Coming Soon</a:t>
            </a:r>
          </a:p>
          <a:p>
            <a:pPr>
              <a:defRPr sz="1800"/>
            </a:pPr>
            <a:r>
              <a:t>AI Career Coach - Coming Soon</a:t>
            </a:r>
          </a:p>
          <a:p>
            <a:pPr>
              <a:defRPr sz="1800"/>
            </a:pPr>
            <a:r>
              <a:t>Salary Guide - Coming Soon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Resources Dropdown and Resources Section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Dropdown options: Career Blog, Interview Questions, Resume Templates, Salary Calculator, Career Tips</a:t>
            </a:r>
          </a:p>
          <a:p>
            <a:pPr>
              <a:defRPr sz="1800"/>
            </a:pPr>
            <a:r>
              <a:t>Resources grid cards are present with image + title + short description</a:t>
            </a:r>
          </a:p>
          <a:p>
            <a:pPr>
              <a:defRPr sz="1800"/>
            </a:pPr>
            <a:r>
              <a:t>Resource cards currently show Coming Soon badges</a:t>
            </a:r>
          </a:p>
          <a:p>
            <a:pPr>
              <a:defRPr sz="1800"/>
            </a:pPr>
            <a:r>
              <a:t>Example resource titles:</a:t>
            </a:r>
          </a:p>
          <a:p>
            <a:pPr>
              <a:defRPr sz="1800"/>
            </a:pPr>
            <a:r>
              <a:t>- 50+ Premium ATS Resume Templates That Get You Noticed</a:t>
            </a:r>
          </a:p>
          <a:p>
            <a:pPr>
              <a:defRPr sz="1800"/>
            </a:pPr>
            <a:r>
              <a:t>- 100+ Interview Questions with Expert Sample Answers</a:t>
            </a:r>
          </a:p>
          <a:p>
            <a:pPr>
              <a:defRPr sz="1800"/>
            </a:pPr>
            <a:r>
              <a:t>- Actionable Career Trends, Hiring Insights, and Growth Strategies</a:t>
            </a:r>
          </a:p>
          <a:p>
            <a:pPr>
              <a:defRPr sz="1800"/>
            </a:pPr>
            <a:r>
              <a:t>- 2026 India Salary &amp; Compensation Guide</a:t>
            </a:r>
          </a:p>
          <a:p>
            <a:pPr>
              <a:defRPr sz="1800"/>
            </a:pPr>
            <a:r>
              <a:t>- Free AI Career &amp; Resume Tools</a:t>
            </a:r>
          </a:p>
          <a:p>
            <a:pPr>
              <a:defRPr sz="1800"/>
            </a:pPr>
            <a:r>
              <a:t>- Expert Tips to Fast-Track Your Career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Job Details Page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Route entry: /jobs/:jobId or job-details.html</a:t>
            </a:r>
          </a:p>
          <a:p>
            <a:pPr>
              <a:defRPr sz="1800"/>
            </a:pPr>
            <a:r>
              <a:t>Loads job metadata from /api/jobs/:jobId</a:t>
            </a:r>
          </a:p>
          <a:p>
            <a:pPr>
              <a:defRPr sz="1800"/>
            </a:pPr>
            <a:r>
              <a:t>Application form validates required fields and file constraints</a:t>
            </a:r>
          </a:p>
          <a:p>
            <a:pPr>
              <a:defRPr sz="1800"/>
            </a:pPr>
            <a:r>
              <a:t>Duplicate-check endpoint used before submit</a:t>
            </a:r>
          </a:p>
          <a:p>
            <a:pPr>
              <a:defRPr sz="1800"/>
            </a:pPr>
            <a:r>
              <a:t>Submit posts multipart form to /api/applications</a:t>
            </a:r>
          </a:p>
          <a:p>
            <a:pPr>
              <a:defRPr sz="1800"/>
            </a:pPr>
            <a:r>
              <a:t>Sticky Apply button and WhatsApp support action are available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9. My Applications Page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Page title: My Applications</a:t>
            </a:r>
          </a:p>
          <a:p>
            <a:pPr>
              <a:defRPr sz="1800"/>
            </a:pPr>
            <a:r>
              <a:t>Fetches user applications via /api/applications?email=...</a:t>
            </a:r>
          </a:p>
          <a:p>
            <a:pPr>
              <a:defRPr sz="1800"/>
            </a:pPr>
            <a:r>
              <a:t>Displays status/history per application</a:t>
            </a:r>
          </a:p>
          <a:p>
            <a:pPr>
              <a:defRPr sz="1800"/>
            </a:pPr>
            <a:r>
              <a:t>Back-to-home navigation to main landing page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10. Admin Applications Page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Page title: Admin Applications</a:t>
            </a:r>
          </a:p>
          <a:p>
            <a:pPr>
              <a:defRPr sz="1800"/>
            </a:pPr>
            <a:r>
              <a:t>Capabilities: filter/search, status update, delete record</a:t>
            </a:r>
          </a:p>
          <a:p>
            <a:pPr>
              <a:defRPr sz="1800"/>
            </a:pPr>
            <a:r>
              <a:t>Export actions: CSV and JSON</a:t>
            </a:r>
          </a:p>
          <a:p>
            <a:pPr>
              <a:defRPr sz="1800"/>
            </a:pPr>
            <a:r>
              <a:t>APIs used: /api/applications and /api/applications/export.*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11. Admin Dashboard 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Login with role-based access (Super Admin / Manager)</a:t>
            </a:r>
          </a:p>
          <a:p>
            <a:pPr>
              <a:defRPr sz="1800"/>
            </a:pPr>
            <a:r>
              <a:t>Sidebar module navigation across operational sections</a:t>
            </a:r>
          </a:p>
          <a:p>
            <a:pPr>
              <a:defRPr sz="1800"/>
            </a:pPr>
            <a:r>
              <a:t>Top-level modules include Home, Applications, Resumes, Candidates, Analytics, Jobs, Companies</a:t>
            </a:r>
          </a:p>
          <a:p>
            <a:pPr>
              <a:defRPr sz="1800"/>
            </a:pPr>
            <a:r>
              <a:t>Additional modules include Managers, Notifications, Reports, Settings</a:t>
            </a:r>
          </a:p>
          <a:p>
            <a:pPr>
              <a:defRPr sz="1800"/>
            </a:pPr>
            <a:r>
              <a:t>Charts and KPI widgets are rendered in dashboard sections</a:t>
            </a:r>
          </a:p>
          <a:p>
            <a:pPr>
              <a:defRPr sz="1800"/>
            </a:pPr>
            <a:r>
              <a:t>- Section in code: Home </a:t>
            </a:r>
          </a:p>
          <a:p>
            <a:pPr>
              <a:defRPr sz="1800"/>
            </a:pPr>
            <a:r>
              <a:t>- Section in code: Job Applications </a:t>
            </a:r>
          </a:p>
          <a:p>
            <a:pPr>
              <a:defRPr sz="1800"/>
            </a:pPr>
            <a:r>
              <a:t>- Section in code: Resumes </a:t>
            </a:r>
          </a:p>
          <a:p>
            <a:pPr>
              <a:defRPr sz="1800"/>
            </a:pPr>
            <a:r>
              <a:t>- Section in code: Candidates </a:t>
            </a:r>
          </a:p>
          <a:p>
            <a:pPr>
              <a:defRPr sz="1800"/>
            </a:pPr>
            <a:r>
              <a:t>- Section in code: Analytics </a:t>
            </a:r>
          </a:p>
          <a:p>
            <a:pPr>
              <a:defRPr sz="1800"/>
            </a:pPr>
            <a:r>
              <a:t>- Section in code: Jobs </a:t>
            </a:r>
          </a:p>
          <a:p>
            <a:pPr>
              <a:defRPr sz="1800"/>
            </a:pPr>
            <a:r>
              <a:t>- Section in code: Companies </a:t>
            </a:r>
          </a:p>
          <a:p>
            <a:pPr>
              <a:defRPr sz="1800"/>
            </a:pPr>
            <a:r>
              <a:t>- Section in code: Managers </a:t>
            </a:r>
          </a:p>
          <a:p>
            <a:pPr>
              <a:defRPr sz="1800"/>
            </a:pPr>
            <a:r>
              <a:t>- Section in code: Notifications </a:t>
            </a:r>
          </a:p>
          <a:p>
            <a:pPr>
              <a:defRPr sz="1800"/>
            </a:pPr>
            <a:r>
              <a:t>- Section in code: Reports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12. Backend Route Inventory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GET /jobs/:jobId</a:t>
            </a:r>
          </a:p>
          <a:p>
            <a:pPr>
              <a:defRPr sz="1800"/>
            </a:pPr>
            <a:r>
              <a:t>GET /my-applications</a:t>
            </a:r>
          </a:p>
          <a:p>
            <a:pPr>
              <a:defRPr sz="1800"/>
            </a:pPr>
            <a:r>
              <a:t>GET /admin/applications</a:t>
            </a:r>
          </a:p>
          <a:p>
            <a:pPr>
              <a:defRPr sz="1800"/>
            </a:pPr>
            <a:r>
              <a:t>GET /healthz</a:t>
            </a:r>
          </a:p>
          <a:p>
            <a:pPr>
              <a:defRPr sz="1800"/>
            </a:pPr>
            <a:r>
              <a:t>GET /readyz</a:t>
            </a:r>
          </a:p>
          <a:p>
            <a:pPr>
              <a:defRPr sz="1800"/>
            </a:pPr>
            <a:r>
              <a:t>GET /api/jobs</a:t>
            </a:r>
          </a:p>
          <a:p>
            <a:pPr>
              <a:defRPr sz="1800"/>
            </a:pPr>
            <a:r>
              <a:t>GET /api/jobs/:jobId</a:t>
            </a:r>
          </a:p>
          <a:p>
            <a:pPr>
              <a:defRPr sz="1800"/>
            </a:pPr>
            <a:r>
              <a:t>POST /api/applications</a:t>
            </a:r>
          </a:p>
          <a:p>
            <a:pPr>
              <a:defRPr sz="1800"/>
            </a:pPr>
            <a:r>
              <a:t>GET /api/applications</a:t>
            </a:r>
          </a:p>
          <a:p>
            <a:pPr>
              <a:defRPr sz="1800"/>
            </a:pPr>
            <a:r>
              <a:t>GET /api/applications/check-duplicate</a:t>
            </a:r>
          </a:p>
          <a:p>
            <a:pPr>
              <a:defRPr sz="1800"/>
            </a:pPr>
            <a:r>
              <a:t>GET /api/applications/export.csv</a:t>
            </a:r>
          </a:p>
          <a:p>
            <a:pPr>
              <a:defRPr sz="1800"/>
            </a:pPr>
            <a:r>
              <a:t>GET /api/applications/export.json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13. API and Data Responsibilities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GET /api/jobs - list available jobs</a:t>
            </a:r>
          </a:p>
          <a:p>
            <a:pPr>
              <a:defRPr sz="1800"/>
            </a:pPr>
            <a:r>
              <a:t>GET /api/jobs/:jobId - single job details</a:t>
            </a:r>
          </a:p>
          <a:p>
            <a:pPr>
              <a:defRPr sz="1800"/>
            </a:pPr>
            <a:r>
              <a:t>POST /api/applications - create application + resume upload</a:t>
            </a:r>
          </a:p>
          <a:p>
            <a:pPr>
              <a:defRPr sz="1800"/>
            </a:pPr>
            <a:r>
              <a:t>GET /api/applications - list applications</a:t>
            </a:r>
          </a:p>
          <a:p>
            <a:pPr>
              <a:defRPr sz="1800"/>
            </a:pPr>
            <a:r>
              <a:t>GET /api/applications/export.csv and export.json - admin export</a:t>
            </a:r>
          </a:p>
          <a:p>
            <a:pPr>
              <a:defRPr sz="1800"/>
            </a:pPr>
            <a:r>
              <a:t>Data files: data/jobs.json and data/applications.json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14. Security and Stability Controls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Helmet headers enabled</a:t>
            </a:r>
          </a:p>
          <a:p>
            <a:pPr>
              <a:defRPr sz="1800"/>
            </a:pPr>
            <a:r>
              <a:t>Compression enabled</a:t>
            </a:r>
          </a:p>
          <a:p>
            <a:pPr>
              <a:defRPr sz="1800"/>
            </a:pPr>
            <a:r>
              <a:t>Rate limiting on /api and /api/applications</a:t>
            </a:r>
          </a:p>
          <a:p>
            <a:pPr>
              <a:defRPr sz="1800"/>
            </a:pPr>
            <a:r>
              <a:t>Upload file type and size restrictions for resumes</a:t>
            </a:r>
          </a:p>
          <a:p>
            <a:pPr>
              <a:defRPr sz="1800"/>
            </a:pPr>
            <a:r>
              <a:t>Ready and health endpoints available for monitoring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15. UI Interaction Metrics (Current Code)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5577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200"/>
            </a:pPr>
            <a:r>
              <a:t>index.html Interaction Footprint</a:t>
            </a:r>
          </a:p>
          <a:p>
            <a:pPr>
              <a:defRPr sz="1600"/>
            </a:pPr>
            <a:r>
              <a:t>- Total button tags: 61</a:t>
            </a:r>
          </a:p>
          <a:p>
            <a:pPr>
              <a:defRPr sz="1600"/>
            </a:pPr>
            <a:r>
              <a:t>- Total onclick attributes: 168</a:t>
            </a:r>
          </a:p>
          <a:p>
            <a:pPr>
              <a:defRPr sz="1600"/>
            </a:pPr>
            <a:r>
              <a:t>- Central interaction router: handleAction(label)</a:t>
            </a:r>
          </a:p>
          <a:p>
            <a:pPr>
              <a:defRPr sz="1600"/>
            </a:pPr>
            <a:r>
              <a:t>- Nav scrolling handler: handleNavClick(event, target)</a:t>
            </a:r>
          </a:p>
          <a:p>
            <a:pPr>
              <a:defRPr sz="1600"/>
            </a:pPr>
            <a:r>
              <a:t>- Coming-soon protection click interceptor enabled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280160"/>
            <a:ext cx="5577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200"/>
            </a:pPr>
            <a:r>
              <a:t>Main User Journeys</a:t>
            </a:r>
          </a:p>
          <a:p>
            <a:pPr>
              <a:defRPr sz="1600"/>
            </a:pPr>
            <a:r>
              <a:t>- Browse jobs from homepage</a:t>
            </a:r>
          </a:p>
          <a:p>
            <a:pPr>
              <a:defRPr sz="1600"/>
            </a:pPr>
            <a:r>
              <a:t>- Open job details and submit application</a:t>
            </a:r>
          </a:p>
          <a:p>
            <a:pPr>
              <a:defRPr sz="1600"/>
            </a:pPr>
            <a:r>
              <a:t>- View application history in My Applications</a:t>
            </a:r>
          </a:p>
          <a:p>
            <a:pPr>
              <a:defRPr sz="1600"/>
            </a:pPr>
            <a:r>
              <a:t>- Admin login and manage applications</a:t>
            </a:r>
          </a:p>
          <a:p>
            <a:pPr>
              <a:defRPr sz="1600"/>
            </a:pPr>
            <a:r>
              <a:t>- Use dropdowns for Career Tools and Resources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16. Button-to-Outcome Summary (Stakeholder View)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Navbar buttons -&gt; smooth scroll to sections</a:t>
            </a:r>
          </a:p>
          <a:p>
            <a:pPr>
              <a:defRPr sz="1800"/>
            </a:pPr>
            <a:r>
              <a:t>Dropdown tool/resource buttons -&gt; currently Coming Soon where marked</a:t>
            </a:r>
          </a:p>
          <a:p>
            <a:pPr>
              <a:defRPr sz="1800"/>
            </a:pPr>
            <a:r>
              <a:t>Apply Now buttons -&gt; open job details/application workflow</a:t>
            </a:r>
          </a:p>
          <a:p>
            <a:pPr>
              <a:defRPr sz="1800"/>
            </a:pPr>
            <a:r>
              <a:t>My Applications -&gt; reads status from backend</a:t>
            </a:r>
          </a:p>
          <a:p>
            <a:pPr>
              <a:defRPr sz="1800"/>
            </a:pPr>
            <a:r>
              <a:t>Admin buttons -&gt; section switching and CRUD/export operations</a:t>
            </a:r>
          </a:p>
          <a:p>
            <a:pPr>
              <a:defRPr sz="1800"/>
            </a:pPr>
            <a:r>
              <a:t>Newsletter submit -&gt; communication workflow handlers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17. Code Ownership 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UI + interactions: index.html</a:t>
            </a:r>
          </a:p>
          <a:p>
            <a:pPr>
              <a:defRPr sz="1800"/>
            </a:pPr>
            <a:r>
              <a:t>Apply workflow: job-details.html + /api/applications</a:t>
            </a:r>
          </a:p>
          <a:p>
            <a:pPr>
              <a:defRPr sz="1800"/>
            </a:pPr>
            <a:r>
              <a:t>Candidate tracking UI: my-applications.html</a:t>
            </a:r>
          </a:p>
          <a:p>
            <a:pPr>
              <a:defRPr sz="1800"/>
            </a:pPr>
            <a:r>
              <a:t>Admin management UI: admin-dashboard.html + admin-applications.html</a:t>
            </a:r>
          </a:p>
          <a:p>
            <a:pPr>
              <a:defRPr sz="1800"/>
            </a:pPr>
            <a:r>
              <a:t>Server and API routes: server.js</a:t>
            </a:r>
          </a:p>
          <a:p>
            <a:pPr>
              <a:defRPr sz="1800"/>
            </a:pPr>
            <a:r>
              <a:t>Config/deps: package.json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18. Readiness for New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Core pages are structured and separated by function</a:t>
            </a:r>
          </a:p>
          <a:p>
            <a:pPr>
              <a:defRPr sz="1800"/>
            </a:pPr>
            <a:r>
              <a:t>Assets are organized under assets/images and assets/company-logos</a:t>
            </a:r>
          </a:p>
          <a:p>
            <a:pPr>
              <a:defRPr sz="1800"/>
            </a:pPr>
            <a:r>
              <a:t>Documentation exists in README and docs/requirements</a:t>
            </a:r>
          </a:p>
          <a:p>
            <a:pPr>
              <a:defRPr sz="1800"/>
            </a:pPr>
            <a:r>
              <a:t>APIs and routes are in one backend entry file</a:t>
            </a:r>
          </a:p>
          <a:p>
            <a:pPr>
              <a:defRPr sz="1800"/>
            </a:pPr>
            <a:r>
              <a:t>Recommended next step: feature roadmap and test-case deck extension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CareerSync Website Walkthrough</dc:title>
  <dc:subject>UI map, button map, feature map, and architecture overview</dc:subject>
  <dc:creator>CareerSync Dev Team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